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DFD9-5223-DA86-DE87-CD6C8A92C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1EA90-9ABB-866D-89DD-91FA7DFC2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C5D9-4101-DD9B-577E-1D6E3222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D1E8-4C67-C4CE-552B-21384115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40A9-2AB3-D862-E159-973E3F6D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3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4BF0-B913-5C3C-0978-75056F4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D738-84E9-910F-14F7-3CF8E911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F9650-86FE-96CE-61A8-D716A72A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4F187-91E4-FFC2-FE2E-7837C731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7EBF9-AF24-FB8C-136B-E4B39A5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2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EA22-9F6A-433F-B57A-9603C5D5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E6794-0804-D596-4582-40DD60D2B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EF0DC-1957-DBF4-5455-06866D83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3DD46-0F22-FAE9-D76B-4FD3D00F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B93E-CDA2-8B82-BF6C-41AAC9B9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7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E725-7BA6-D112-B8BD-88EC8EB6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3DB3-F43E-532A-8D05-5EA3310A0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73F4A-22E7-8763-F762-CCB3213F3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0A66B-0C0B-0448-3FF6-32AE9DED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E5DA0-BF92-B2CC-1888-29196392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C4DAA-01EF-E222-C928-BBF3C47C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1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F9A9-CFD5-851A-7212-272382A8E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FFE18-FFD5-D090-68FF-DBFD48A8C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734B0-F485-88E1-6D0A-ADD3275FD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A8E03-6CF4-B974-5B5E-C5FD0D941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3611F-9A01-F847-2DD7-94B6C0FD1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D1C3A7-E24B-7E1D-3502-91543CB6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FC8E0-1B3D-3362-C16A-B0FB1A1C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6971C-A647-ADFD-715A-3CA6D7B1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9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89AA-C212-806B-554C-D913317F4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5099E2-85BD-EECF-0057-FD235F020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2E3D-72A5-B551-8AC5-856DBEC4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92578-2C77-AF11-16DD-26629910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8E4D1-2B05-8515-BDB2-4F77BBB5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14A7B-313F-3259-9FFA-B95178BC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DBB26-FE15-A5FB-8FC7-C1163FA2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62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F342-101C-91CB-07E5-C0840E0D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067CA-9536-CB6E-4256-B9CC3D7D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E3F91-29A4-3F8A-1E14-884D56981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4DD14-F6A4-A369-BA1E-54515D66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A5D1A-FDB7-B5AE-F23A-858EDB29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5FD6-D688-D70E-18EE-E7864072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5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7201-11B3-4CD3-CB45-562F43D2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53513-0C7D-0205-52DF-FABB712B0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F59CD-03DA-3FF2-C2AA-862B6515E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1A926-E0E9-A7C7-67DC-18DB9D9B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C355-B41E-D040-3DD3-79586E9F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BE4F1-7752-76B7-D805-0B812423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1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508B-8AA9-7B0D-61DF-2B9681BC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60C82-9FD4-F8E9-821B-98B5639F8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3A85-DF1D-F522-9190-A10B2E8E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76F2F-2F8B-7FFE-E992-DA5E3099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02E24-1CCC-419D-6858-20E697E2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1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FF6D2-5DBD-265C-0B4A-AA41F4FB1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EB255-BCC3-7490-B98A-494FE7ED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D128-C0BF-DE28-A9EB-528C2E40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7053E-FC78-CE5D-9150-E9D17420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68520-4323-B575-93C5-62247BFE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3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5ED1C-BB89-05B7-F55D-D43685CA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1624A-D41D-B13C-DEB7-6818128A5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9FD65-C9A0-3620-553A-7E786F545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47B2B-A546-45B2-ABAF-ABC888107AFC}" type="datetimeFigureOut">
              <a:rPr lang="en-US" smtClean="0"/>
              <a:t>06-Jul-26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FF307-3B61-7E5D-7553-67CED89B7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A3A2-7EF8-4840-AB2C-5832DE3B3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C28CC-41CC-4886-86C2-49E06ADAE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0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C974-974C-DF28-0E83-5203A46A2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AE651-1C92-F003-DEE9-6A00A164E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96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Aitso Repair</dc:creator>
  <cp:lastModifiedBy>Aitso Repair</cp:lastModifiedBy>
  <cp:revision>1</cp:revision>
  <dcterms:created xsi:type="dcterms:W3CDTF">2026-07-06T10:32:19Z</dcterms:created>
  <dcterms:modified xsi:type="dcterms:W3CDTF">2026-07-06T10:32:29Z</dcterms:modified>
</cp:coreProperties>
</file>